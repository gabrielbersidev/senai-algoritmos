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54078" y="1057163"/>
            <a:ext cx="1035844" cy="385763"/>
          </a:xfrm>
          <a:prstGeom prst="rect">
            <a:avLst/>
          </a:prstGeom>
          <a:solidFill>
            <a:srgbClr val="2383E2"/>
          </a:solidFill>
          <a:ln/>
        </p:spPr>
      </p:sp>
      <p:sp>
        <p:nvSpPr>
          <p:cNvPr id="4" name="Text 1"/>
          <p:cNvSpPr/>
          <p:nvPr/>
        </p:nvSpPr>
        <p:spPr>
          <a:xfrm>
            <a:off x="4054078" y="1057163"/>
            <a:ext cx="1035844" cy="385763"/>
          </a:xfrm>
          <a:prstGeom prst="rect">
            <a:avLst/>
          </a:prstGeom>
          <a:noFill/>
          <a:ln/>
        </p:spPr>
        <p:txBody>
          <a:bodyPr wrap="none" lIns="204089" tIns="85090" rIns="204089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0943" y="2073557"/>
            <a:ext cx="8342114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-2" kern="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de Estoque Inteligente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052935" y="3143334"/>
            <a:ext cx="503813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Institucional - Da Necessidade à Solução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143250" y="3763054"/>
            <a:ext cx="2857500" cy="3232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143250" y="3763054"/>
            <a:ext cx="2857500" cy="7144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3763054"/>
            <a:ext cx="2857500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ValidAI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 Problema foi Identificado?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470468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B57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Desperdício Financeiro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650" y="1856231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Perda direta de capital devido a produtos que vencem nas prateleiras e precisam ser descartados.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8650" y="2599181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B57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Ruptura de Estoque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650" y="2984943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Incapacidade de atender a demanda por falta de itens essenciais, resultando em perda de vendas.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8650" y="3727893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B57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Manual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650" y="4113656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baseados em planilhas ou papel, lentos e altamente propensos a falhas humanas.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3463" y="1470468"/>
            <a:ext cx="3786188" cy="32861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5" y="1684781"/>
            <a:ext cx="33575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Quem será Beneficiado?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13318"/>
            <a:ext cx="2647931" cy="19145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09" y="1616915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75" y="2113406"/>
            <a:ext cx="23050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Pequenos Comércios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00075" y="2449162"/>
            <a:ext cx="23050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Minimercados, padarias e farmácias que precisam de controle rigoroso de validade.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248006" y="1413318"/>
            <a:ext cx="2647959" cy="19145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53" y="1616915"/>
            <a:ext cx="300038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9456" y="2113406"/>
            <a:ext cx="23050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Gestores e Proprietários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19456" y="2449162"/>
            <a:ext cx="23050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estresse operacional e tomada de decisões estratégicas baseadas em dados reais.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067416" y="1413318"/>
            <a:ext cx="2647931" cy="19145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069" y="1616915"/>
            <a:ext cx="428625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38866" y="2113406"/>
            <a:ext cx="23050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Consumidores Finais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38866" y="2449162"/>
            <a:ext cx="23050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acesso a produtos frescos, seguros e sempre dentro do prazo de validade.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 é a Solução Proposta?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38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StockMaster é um assistente estratégico de estoque inspirado no Notion.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934812"/>
            <a:ext cx="2524116" cy="20288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94" y="2181272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706337"/>
            <a:ext cx="20954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Estética Minimalista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5813" y="3042093"/>
            <a:ext cx="20954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limpa e organizada que foca na clareza das informações e reduz o ruído visual.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309928" y="1934812"/>
            <a:ext cx="2524116" cy="20288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53" y="2181272"/>
            <a:ext cx="300038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24241" y="2706337"/>
            <a:ext cx="20954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Foco em Validade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524241" y="3042093"/>
            <a:ext cx="20954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automatizada de lotes e datas críticas para eliminar perdas por vencimento.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048356" y="1934812"/>
            <a:ext cx="2524144" cy="2028825"/>
          </a:xfrm>
          <a:prstGeom prst="rect">
            <a:avLst/>
          </a:prstGeom>
          <a:solidFill>
            <a:srgbClr val="F7F6F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41" y="2181272"/>
            <a:ext cx="257175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2669" y="2706337"/>
            <a:ext cx="20955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62669" y="3042093"/>
            <a:ext cx="20955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intuitivo e rápido que dispensa treinamentos complexos para a equipe.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Quais Funcionalidades Principais?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3325"/>
            <a:ext cx="20002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975" y="1584768"/>
            <a:ext cx="41719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Alertas Oficiais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42975" y="1920525"/>
            <a:ext cx="41719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 críticas e banners de aviso impossíveis de ignorar, garantindo ação imediata antes do vencimento.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3481"/>
            <a:ext cx="25717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0125" y="2834925"/>
            <a:ext cx="41148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de Lotes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00125" y="3170681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detalhado de entrada e saída por validade, automatizando a regra FEFO (First Expired, First Out).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3637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" y="4085081"/>
            <a:ext cx="41433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Sugestão de Reposição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71550" y="4420837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que analisa o giro de estoque e as datas de validade para indicar quando e quanto comprar.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543550" y="2284354"/>
            <a:ext cx="3028950" cy="1779798"/>
          </a:xfrm>
          <a:prstGeom prst="rect">
            <a:avLst/>
          </a:prstGeom>
          <a:solidFill>
            <a:srgbClr val="FFF5F5"/>
          </a:solidFill>
          <a:ln w="9144">
            <a:solidFill>
              <a:srgbClr val="EB5757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715000" y="2475449"/>
            <a:ext cx="501848" cy="133945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5" name="Text 9"/>
          <p:cNvSpPr/>
          <p:nvPr/>
        </p:nvSpPr>
        <p:spPr>
          <a:xfrm>
            <a:off x="5715000" y="2475449"/>
            <a:ext cx="501848" cy="1339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</a:t>
            </a:r>
            <a:endParaRPr lang="en-US" sz="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681725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43600" y="2666544"/>
            <a:ext cx="16841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AVISO DE VENCIMENTO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5715000" y="2925505"/>
            <a:ext cx="26860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735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Produto: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Iogurte Natural 170g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b="1" dirty="0">
                <a:solidFill>
                  <a:srgbClr val="3735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Lote: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#BR-9920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b="1" dirty="0">
                <a:solidFill>
                  <a:srgbClr val="3735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Vencimento: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2 dias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50" i="1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 recomendada: Aplicar desconto de 40% ou mover para destaque frontal.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torna a Solução Inovadora?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38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Unimos design de alta fidelidade com inteligência preditiva.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934812"/>
            <a:ext cx="2524116" cy="2369939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6" name="Shape 3"/>
          <p:cNvSpPr/>
          <p:nvPr/>
        </p:nvSpPr>
        <p:spPr>
          <a:xfrm>
            <a:off x="785813" y="2149125"/>
            <a:ext cx="550069" cy="178594"/>
          </a:xfrm>
          <a:prstGeom prst="rect">
            <a:avLst/>
          </a:prstGeom>
          <a:solidFill>
            <a:srgbClr val="E1E9F0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2149125"/>
            <a:ext cx="55006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383E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424159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2854570"/>
            <a:ext cx="20954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UX Superior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813" y="3190326"/>
            <a:ext cx="209549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Experiência de uso fluida e moderna que foge dos sistemas tradicionais complexos e "vibecodados".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09928" y="1934812"/>
            <a:ext cx="2524116" cy="2369939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Shape 8"/>
          <p:cNvSpPr/>
          <p:nvPr/>
        </p:nvSpPr>
        <p:spPr>
          <a:xfrm>
            <a:off x="3524241" y="2149125"/>
            <a:ext cx="878681" cy="178594"/>
          </a:xfrm>
          <a:prstGeom prst="rect">
            <a:avLst/>
          </a:prstGeom>
          <a:solidFill>
            <a:srgbClr val="E1E9F0"/>
          </a:solidFill>
          <a:ln/>
        </p:spPr>
      </p:sp>
      <p:sp>
        <p:nvSpPr>
          <p:cNvPr id="13" name="Text 9"/>
          <p:cNvSpPr/>
          <p:nvPr/>
        </p:nvSpPr>
        <p:spPr>
          <a:xfrm>
            <a:off x="3524241" y="2149125"/>
            <a:ext cx="878681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383E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INTELIGÊNCIA</a:t>
            </a:r>
            <a:endParaRPr lang="en-US" sz="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1" y="2424159"/>
            <a:ext cx="257175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4241" y="2854570"/>
            <a:ext cx="20954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 FEFO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24241" y="3190326"/>
            <a:ext cx="209549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inteligente da regra "First Expired, First Out", priorizando a saída do que vence primeiro.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48356" y="1934812"/>
            <a:ext cx="2524144" cy="2369939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8" name="Shape 13"/>
          <p:cNvSpPr/>
          <p:nvPr/>
        </p:nvSpPr>
        <p:spPr>
          <a:xfrm>
            <a:off x="6262669" y="2149125"/>
            <a:ext cx="825103" cy="178594"/>
          </a:xfrm>
          <a:prstGeom prst="rect">
            <a:avLst/>
          </a:prstGeom>
          <a:solidFill>
            <a:srgbClr val="E1E9F0"/>
          </a:solidFill>
          <a:ln/>
        </p:spPr>
      </p:sp>
      <p:sp>
        <p:nvSpPr>
          <p:cNvPr id="19" name="Text 14"/>
          <p:cNvSpPr/>
          <p:nvPr/>
        </p:nvSpPr>
        <p:spPr>
          <a:xfrm>
            <a:off x="6262669" y="2149125"/>
            <a:ext cx="825103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383E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VISIBILIDADE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69" y="2424159"/>
            <a:ext cx="257175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2669" y="2854570"/>
            <a:ext cx="20955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Alertas Oficiais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62669" y="3190326"/>
            <a:ext cx="20955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avisos críticos integrados ao fluxo de trabalho, tornando as notificações impossíveis de ignorar.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do Protótipo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13318"/>
            <a:ext cx="2514600" cy="1964531"/>
          </a:xfrm>
          <a:prstGeom prst="rect">
            <a:avLst/>
          </a:prstGeom>
          <a:solidFill>
            <a:srgbClr val="F7F6F3"/>
          </a:solidFill>
          <a:ln w="9144">
            <a:solidFill>
              <a:srgbClr val="E9E9E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63350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2061614"/>
            <a:ext cx="20574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0100" y="2383082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de Login limpa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00100" y="2624184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intuitivo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00100" y="2865286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visual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314700" y="1413318"/>
            <a:ext cx="2514600" cy="1964531"/>
          </a:xfrm>
          <a:prstGeom prst="rect">
            <a:avLst/>
          </a:prstGeom>
          <a:solidFill>
            <a:srgbClr val="F7F6F3"/>
          </a:solidFill>
          <a:ln w="9144">
            <a:solidFill>
              <a:srgbClr val="E9E9E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66335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43300" y="2061614"/>
            <a:ext cx="20574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43300" y="2383082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críticos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543300" y="2624184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de validade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543300" y="2865286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Navegação lateral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57900" y="1413318"/>
            <a:ext cx="2514600" cy="1964531"/>
          </a:xfrm>
          <a:prstGeom prst="rect">
            <a:avLst/>
          </a:prstGeom>
          <a:solidFill>
            <a:srgbClr val="F7F6F3"/>
          </a:solidFill>
          <a:ln w="9144">
            <a:solidFill>
              <a:srgbClr val="E9E9E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63350"/>
            <a:ext cx="25717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6500" y="2061614"/>
            <a:ext cx="20574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Estoque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286500" y="2383082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interativa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286500" y="2624184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por status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286500" y="2865286"/>
            <a:ext cx="20574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lotes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188988"/>
            <a:ext cx="9144000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-1" kern="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ValidAi: Transformando Gestão em Resultado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037112" y="2667744"/>
            <a:ext cx="106977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38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Obrigado!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923580" y="3373189"/>
            <a:ext cx="3296841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923580" y="3373189"/>
            <a:ext cx="3296841" cy="7144"/>
          </a:xfrm>
          <a:prstGeom prst="rect">
            <a:avLst/>
          </a:prstGeom>
          <a:solidFill>
            <a:srgbClr val="E9E9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580" y="3677692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2180" y="3662511"/>
            <a:ext cx="141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contato@validai.com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20" y="3677692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7420" y="3662511"/>
            <a:ext cx="1143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3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www.validai.com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224385" y="4050060"/>
            <a:ext cx="46952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Prontos para eliminar o desperdício e maximizar o lucro.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2026-06-11T10:24:52Z</dcterms:created>
  <dcterms:modified xsi:type="dcterms:W3CDTF">2026-06-11T10:24:52Z</dcterms:modified>
</cp:coreProperties>
</file>